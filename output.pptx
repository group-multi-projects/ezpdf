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7315200" cy="4572000"/>
          </a:xfrm>
          <a:prstGeom prst="rect">
            <a:avLst/>
          </a:prstGeom>
          <a:solidFill>
            <a:srgbClr val="000000"/>
          </a:solidFill>
        </p:spPr>
        <p:txBody>
          <a:bodyPr wrap="none">
            <a:spAutoFit/>
          </a:bodyPr>
          <a:lstStyle/>
          <a:p/>
          <a:p>
            <a:pPr algn="l"/>
            <a:r>
              <a:rPr sz="1200">
                <a:solidFill>
                  <a:srgbClr val="FFFFFF"/>
                </a:solidFill>
                <a:latin typeface="Times New Roman"/>
              </a:rPr>
              <a:t>NGUYEN DINH THAI  
BACKEND WEB DEVELOPER  
GENERAL INFOMATION  
Mobile phone 0354235270  
Email dinhthai0312@gmail.com   
Location  No.2, Alley 146, lane 200, cluster 14,   
Tran Phu Street,Van  Quan Ward, Ha Dong District, Ha Noi  
Date of birth 03/12/2004   
Github  https://github.com/Theodorescsa/  
-------------------------------------------------------------------------------------------------------- -----------------------  
SUMMARY  
 I have 1 years of work experience in Web Development  
 I have experience and strong at Web Application using Python, Java  
----------------------------------------------------------------------------------------------------------------------------- -- 
TECKNICAL SKILLS  
Programming Languages :Python, JavaScript, Java  
Frameworks/Plarforms:  
 Django web framework  
 Jquery, Bootstrap  
 Web API 
 Java Swing  
Database Management Systems:  MySQL  
Others:  
 Good understanding of OOP methodologies  
 Using Good Github, Git command line  
 Using Docker basic  
----------------------------------------------------------------------------------------------------------------------------- -- 
PROFESSIONAL EXPERIENCE  
AiOT Lab (Phenikaa University) – Backend Web Developer  04/2023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7315200" cy="4572000"/>
          </a:xfrm>
          <a:prstGeom prst="rect">
            <a:avLst/>
          </a:prstGeom>
          <a:solidFill>
            <a:srgbClr val="000000"/>
          </a:solidFill>
        </p:spPr>
        <p:txBody>
          <a:bodyPr wrap="none">
            <a:spAutoFit/>
          </a:bodyPr>
          <a:lstStyle/>
          <a:p/>
          <a:p>
            <a:pPr algn="l"/>
            <a:r>
              <a:rPr sz="1200">
                <a:solidFill>
                  <a:srgbClr val="FFFFFF"/>
                </a:solidFill>
                <a:latin typeface="Times New Roman"/>
              </a:rPr>
              <a:t>Project:  Books Management (1 menbers)         
 Description:  This web app leverages an advanced AI model to manage a comprehensive book 
inventory, enabling customers to effortlessly browse and purchase their desired books.  
 Technologies:  
o Front -end:Bootsrap, Jquery  
o Back -end:Python Django, MySQL, G PT AI API  
 Responsibilities:  
o Front -end:Bootsrap, Jquery  
o Designed and implemented the user interface using Bootstrap and jQuery for a 
responsive and interactive user experience.  
o Developed the back -end logic and database management with Python Django and 
MySQ L to handle book inventory and transactions efficiently.  
o Integrated the GPT AI API to provide advanced book recommendations and 
search functionalities.  
o Ensured the seamless interaction between the front -end and back -end 
components.  
o Conducted thorough testi ng and debugging to ensure the web app's reliability and 
performance.  
Project : Justchat(1 members)  
 Description:  This is a straightforward web application built with Django Channels, designed to 
offer a customizable chat platform. I frequently create and sell this web app to individuals 
seeking their own personalized chat solution.  
 Technologies:  
o Front -end:Bootsrap, Jquery  
o Back -end:Python Django, MySQL  
 Responsibilities:  
o Front -end:Bootsrap, Jquery  
o Designed and developed the user interface using Bootstrap and jQuery to create a 
responsive and user -friendly chat experience.  
o Implemented the real -time communication features using Django Channels, 
ensuring efficient and reliable message delivery.  
o Developed the back -end logic and database schema with Python Django and 
MySQL to manage user data and chat histories.  
o Integrated authentication and authorization mechanisms t o ensure secure user 
interactions.Conducted rigorous testing and debugging to maintain the web app's 
performance and stability.  
o Customized and tailored the chat platform according to client requirements and 
feedback.  
Project:  MyEvent(2 members)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7315200" cy="4572000"/>
          </a:xfrm>
          <a:prstGeom prst="rect">
            <a:avLst/>
          </a:prstGeom>
          <a:solidFill>
            <a:srgbClr val="000000"/>
          </a:solidFill>
        </p:spPr>
        <p:txBody>
          <a:bodyPr wrap="none">
            <a:spAutoFit/>
          </a:bodyPr>
          <a:lstStyle/>
          <a:p/>
          <a:p>
            <a:pPr algn="l"/>
            <a:r>
              <a:rPr sz="1200">
                <a:solidFill>
                  <a:srgbClr val="FFFFFF"/>
                </a:solidFill>
                <a:latin typeface="Times New Roman"/>
              </a:rPr>
              <a:t> Descripti on: This website enhances social connectivity by enabling users to join events created 
by others. Additionally, it utilizes AI to recommend events tailored to individual preferences.  
 Technologies:  
o Front -end:Bootsrap, Jquery  
o Back -end:Python Django (DjangoRes tFramework,Django Channels) , MySQL , AI Model  
 Responsibilities:  
o Collaborated on designing and implementing the user interface with Bootstrap and 
jQuery to ensure a responsive and engaging user experience.  
o Developed the back -end logic and RESTful APIs using Python Django and 
DjangoRestFramework for efficient event management and user interactions.  
o Implemented real -time features with Django Channels to facilitate seamless event 
participation and communication.  
o Integrated an AI model to provide personalized eve nt recommendations based on user 
preferences and behavior.  
o Designed and maintained the database schema with MySQL to support robust data 
storage and retrieval.  
o Conducted testing and debugging to ensure the reliability and performance of the 
website.  
o Coordi nated with the other team member to ensure seamless integration of front -end and 
back -end components.  
Project:  ShopWeb(1 members)  
 Description : This website serves as a platform for buying and selling websites, allowing 
customers to either purchase ready -made websites or subscribe to custom web design services 
tailored to their specific needs.This website enhances social connectivity by enabling users to 
join events created by others. Additionally, it utilizes AI to recommend events tailored to 
individual pr eferences.  
 Technologies:  
o Front -end:Bootsrap, Jquery  
o Back -end:Python Django(DjangoRestFramework,Django Channels), MySQL, AI Model  
 Responsibilities:  
o Designed and implemented the user interface using Bootstrap and jQuery to create a 
responsive and interactive  user experience.  
o Developed the back -end logic, RESTful APIs, and real -time communication features 
using Python Django, DjangoRestFramework, and Django Channels.  
o Created and maintained the database schema with MySQL to ensure efficient data storage 
and ret rieval.  
o Integrated an AI model to provide personalized event and service recommendations 
based on user preferences and behavior.  
o Implemented features to allow users to purchase websites or subscribe to custom web 
design services.  
o Conducted thorough testing  and debugging to ensure the website's reliability, 
performance, and security.  
----------------------------------------------------------------------------------------------------------------------------- -- 
EDUCATION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7315200" cy="4572000"/>
          </a:xfrm>
          <a:prstGeom prst="rect">
            <a:avLst/>
          </a:prstGeom>
          <a:solidFill>
            <a:srgbClr val="000000"/>
          </a:solidFill>
        </p:spPr>
        <p:txBody>
          <a:bodyPr wrap="none">
            <a:spAutoFit/>
          </a:bodyPr>
          <a:lstStyle/>
          <a:p/>
          <a:p>
            <a:pPr algn="l"/>
            <a:r>
              <a:rPr sz="1200">
                <a:solidFill>
                  <a:srgbClr val="FFFFFF"/>
                </a:solidFill>
                <a:latin typeface="Times New Roman"/>
              </a:rPr>
              <a:t>Phenikaa University (09/2022  - 09/2026)  
o Studying Information Technology  
o Current GPA: 2.8/4  
CNTT T3H  
o Studying backend web  
o GPA: 8.8/10  
----------------------------------------------------------------------------------------------------------------------------- -- 
PASTIMES AND ACTIVITYES  
o I often watch tech news in my spare time to enhance my existing knowledge or learn new 
technologies.  
o Designing websites as per client requirements.  
o mproving algorithms through Hackerrank.  
o Applying newly learned technologies to existing projects.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